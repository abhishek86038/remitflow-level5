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B4D8"/>
                </a:solidFill>
              </a:rPr>
              <a:t>RemitFlow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Fast, Cheap, and Transparent Cross-Border Payments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B0"/>
                </a:solidFill>
              </a:rPr>
              <a:t>Team: Abhishek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1. Cross-border payments are slow (days to settle).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2. Fees are exorbitant (often 5-7% of the total amount).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3. Lack of transparency leaves users anxious about their funds.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Migrant workers and businesses in the Stellar ecosystem need a better way to move money globally.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Global Remittance Market: $800 Billion+ annually.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Current solutions lack blockchain integration for end-users.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TAM: Millions of underbanked individuals relying on legacy money transfer operators (MTOs).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RemitFlow solves this by leveraging the Stellar network: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Near-instant settlement (3-5 seconds).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Fractions of a cent in transaction fees.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Fully transparent, on-chain tracking of funds.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Seamless integration with Stellar wallets like Freighter.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Product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Real-time payment categorization and tracking.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Compliance limits built into Soroban Smart Contracts.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Beautiful, intuitive UI with responsive design.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NEW: CSV Export &amp; Printable Transaction Receipts.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Technical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8F0"/>
                </a:solidFill>
              </a:rPr>
              <a:t>Frontend: React, Vite, TailwindCSS</a:t>
            </a:r>
            <a:endParaRPr lang="en-US" sz="20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8F0"/>
                </a:solidFill>
              </a:rPr>
              <a:t>Smart Contracts: Soroban (Rust)</a:t>
            </a:r>
            <a:endParaRPr lang="en-US" sz="20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8F0"/>
                </a:solidFill>
              </a:rPr>
              <a:t>Blockchain: Stellar Testnet</a:t>
            </a:r>
            <a:endParaRPr lang="en-US" sz="2000" dirty="0"/>
          </a:p>
          <a:p>
            <a:pPr indent="0" marL="0">
              <a:lnSpc>
                <a:spcPts val="2500"/>
              </a:lnSpc>
              <a:buNone/>
            </a:pPr>
            <a:endParaRPr lang="en-US" sz="20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8F0"/>
                </a:solidFill>
              </a:rPr>
              <a:t>Flow:</a:t>
            </a:r>
            <a:endParaRPr lang="en-US" sz="20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8F0"/>
                </a:solidFill>
              </a:rPr>
              <a:t>User -&gt; Connects Freighter Wallet -&gt; Invokes Deposit Contract -&gt; Funds Escrowed -&gt; Recipient Releases Funds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User Growth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Engage with Stellar community (Discord, Twitter).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Educational content on low-cost remittances.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Partner with local university crypto clubs.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Beta testing programs for continuous feedback.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Traction &amp; Metrics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We asked users to try RemitFlow on Testnet: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Total Users Onboarded: 55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Transactions Processed: 55+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Average User Satisfaction: 4.5 / 5</a:t>
            </a:r>
            <a:endParaRPr lang="en-US" sz="22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</a:rPr>
              <a:t>• Top Feedback: Added export features and better UI loaders.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Future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Phase 1 (0-3 Mos): Address book features, multi-currency display.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Phase 2 (6-12 Mos): Mainnet deployment, real fiat on-ramps via Stellar Anchors.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Phase 3 (12-24 Mos): Enterprise API integrations, multi-anchor support.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Monetization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Revenue Model: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• Free for basic users.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• Nominal flat fee (0.1% or $0.50) on premium rapid cross-border settlements.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• B2B API access for businesses routing global payroll.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Cost Structure: Extremely low due to Stellar network efficiency.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Join the Future of Payments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8F0"/>
                </a:solidFill>
              </a:rPr>
              <a:t>Try RemitFlow on Testnet today.</a:t>
            </a:r>
            <a:endParaRPr lang="en-US" sz="2400" dirty="0"/>
          </a:p>
          <a:p>
            <a:pPr algn="ctr" indent="0" marL="0">
              <a:lnSpc>
                <a:spcPts val="3000"/>
              </a:lnSpc>
              <a:buNone/>
            </a:pPr>
            <a:endParaRPr lang="en-US" sz="24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8F0"/>
                </a:solidFill>
              </a:rPr>
              <a:t>Live Demo: remitflow.vercel.app</a:t>
            </a:r>
            <a:endParaRPr lang="en-US" sz="24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8F0"/>
                </a:solidFill>
              </a:rPr>
              <a:t>Feedback: forms.google.com/remitflow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B4D8"/>
                </a:solidFill>
              </a:rPr>
              <a:t>Q&amp;A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2026-06-25T07:29:24Z</dcterms:created>
  <dcterms:modified xsi:type="dcterms:W3CDTF">2026-06-25T07:29:24Z</dcterms:modified>
</cp:coreProperties>
</file>